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79"/>
    <a:srgbClr val="56B4EA"/>
    <a:srgbClr val="FF7F0D"/>
    <a:srgbClr val="009E73"/>
    <a:srgbClr val="01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5BA21-B41D-B842-9A2F-CBEA0AFCFE72}" v="3" dt="2025-10-30T17:48:51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3"/>
    <p:restoredTop sz="94610"/>
  </p:normalViewPr>
  <p:slideViewPr>
    <p:cSldViewPr snapToGrid="0">
      <p:cViewPr varScale="1">
        <p:scale>
          <a:sx n="116" d="100"/>
          <a:sy n="116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e Hillary" userId="23623241457_tp_box_2" providerId="OAuth2" clId="{C11E5D86-4096-5332-B9BF-B7A5F898B946}"/>
    <pc:docChg chg="undo custSel modSld">
      <pc:chgData name="Luke Hillary" userId="23623241457_tp_box_2" providerId="OAuth2" clId="{C11E5D86-4096-5332-B9BF-B7A5F898B946}" dt="2025-10-30T17:49:07.262" v="7" actId="113"/>
      <pc:docMkLst>
        <pc:docMk/>
      </pc:docMkLst>
      <pc:sldChg chg="modSp mod">
        <pc:chgData name="Luke Hillary" userId="23623241457_tp_box_2" providerId="OAuth2" clId="{C11E5D86-4096-5332-B9BF-B7A5F898B946}" dt="2025-10-30T17:49:07.262" v="7" actId="113"/>
        <pc:sldMkLst>
          <pc:docMk/>
          <pc:sldMk cId="3310716200" sldId="256"/>
        </pc:sldMkLst>
        <pc:spChg chg="mod">
          <ac:chgData name="Luke Hillary" userId="23623241457_tp_box_2" providerId="OAuth2" clId="{C11E5D86-4096-5332-B9BF-B7A5F898B946}" dt="2025-10-30T17:49:07.262" v="7" actId="113"/>
          <ac:spMkLst>
            <pc:docMk/>
            <pc:sldMk cId="3310716200" sldId="256"/>
            <ac:spMk id="23" creationId="{43209FA6-E9EA-EAEE-9F4C-B177AC82F6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00CF-F9B0-6857-CDA8-D6B8328D4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B676F-8E4E-891F-B21E-76E39CA48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55B1-06AE-A89F-407E-75CE7010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12607-D3C1-A4D0-5342-92DC13E8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53B1A-F5DA-5111-09E0-3D1C4675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8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5927-0146-B82B-F780-54BACB32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6758A-38DF-832A-B236-828010255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DB582-C1DF-5113-A5D3-ECB79E14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AB9FA-09D2-DC15-FEB9-6565AFCD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80BA1-20D4-57C9-06C9-AB410C22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91BB-6832-3873-C65B-DB41D32B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4962D-CC44-B6CC-9DAB-224EE9D8B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2079F-6485-D691-6D57-8106B2C2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FE426-AC37-8A9A-D118-909028C7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6B00D-40E5-04D3-515A-0458AAFF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6705-CD3E-7D0C-1058-269E2AE2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5764-A5DE-1FFC-53B9-3226F89F2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EBA50-4346-1B61-7042-B6EC805B7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277C7-2160-D9FD-99B8-96618B5A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3DB91-E517-B946-B754-EA1071D93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D4A18-ED56-387D-6299-E6BBEB2E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94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88B0-6FEB-7236-547C-08158445E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9B582-9573-84A1-3C4D-95AEAB665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6050D-185C-843B-E1AB-C1DD3971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29577-15B3-2544-3E99-BBE663AAA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3897E-F07F-5629-A8A4-3E436C2BCF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ABBB3-9CFB-96BD-B815-ECE41BD6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ACC1A-17D3-CFE2-8B2A-34D64CD04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A2E9E-FD0D-4E37-9E66-28EEFFC5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5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A795-DB29-7BA5-F69F-30EC04D7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FB05E-3693-3FF5-BC8D-AD51E2DED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971BB-1FDF-C3E6-0E29-91942BA68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193C9-4750-141C-017B-26F2E592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80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1FDD1-BE26-C2A3-667C-BF0C0E19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ECECA-DF5D-9B61-AAA2-4C395F95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3E5CF-8E06-CA5A-1569-8EB07F20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204D-0858-81E5-5910-EC58C19F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CBE3-0F53-E1F4-7118-1CB20A666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075FC-2566-A0BA-72E0-66BA3D176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1E2B-F735-FD6D-673D-22DB43B2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63581-93F7-8B51-0B2B-FE220C91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7F29F-C21C-5273-CBC0-F2D35D1D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7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A4DC-A04E-069D-75FD-93897F83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3F82C-0B42-5100-DE1E-FD5134C57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9D882-96A5-BA11-A877-AFD16D106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96998-10C6-D4E4-9B68-79DBB805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7F65B-5E5C-F3C3-630F-7EAA6247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80BC6-6069-E183-ED8A-9E6D3147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7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92A-E128-EA59-396F-35C21D61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55F28-369F-76FC-1FCC-6EB3EDDBE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00C23-16F0-F6FF-678E-C72CEBA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39E16-2DBD-A136-ED58-06D10127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451BE-339F-6224-6B3B-C787D9EF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6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E0EF48-25FD-841B-7072-ACDE69A9A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92AD7-07DD-F8F7-3872-F1CE7B890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4C13D-240D-B7A5-1CB7-6B5EDC2E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21050-3C76-877E-AA7C-EE7BC02D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B5BF-C407-D049-08D3-A529ACD0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9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8EA95-FC91-D1C8-15FA-41967030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D85F8-D6E9-EE2F-E3BA-83C416EFC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72559-B8E5-CF4C-AF5B-2831258AD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F39DF-27E3-4048-A998-7937A4A4316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A7FBF-5E36-CF1E-FF8C-105C9B725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98E69-8B6B-EC2C-BE65-0D61AE4D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402E3-93E1-F645-A9FA-4A05D01C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84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EF1F7DE-3F95-D078-07C8-17A38FD47744}"/>
              </a:ext>
            </a:extLst>
          </p:cNvPr>
          <p:cNvGrpSpPr/>
          <p:nvPr/>
        </p:nvGrpSpPr>
        <p:grpSpPr>
          <a:xfrm>
            <a:off x="0" y="1702599"/>
            <a:ext cx="4822372" cy="4832925"/>
            <a:chOff x="368300" y="1540744"/>
            <a:chExt cx="4822372" cy="48329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9BBBE4-90DF-058F-E0F2-E0D6C455425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rcRect l="3456"/>
            <a:stretch>
              <a:fillRect/>
            </a:stretch>
          </p:blipFill>
          <p:spPr>
            <a:xfrm>
              <a:off x="368300" y="2068369"/>
              <a:ext cx="4156528" cy="43053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BFA3BE-DA60-3812-FE4C-18951C47C0AA}"/>
                </a:ext>
              </a:extLst>
            </p:cNvPr>
            <p:cNvSpPr txBox="1"/>
            <p:nvPr/>
          </p:nvSpPr>
          <p:spPr>
            <a:xfrm>
              <a:off x="558800" y="1563543"/>
              <a:ext cx="1054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Stool</a:t>
              </a:r>
            </a:p>
            <a:p>
              <a:pPr algn="ctr"/>
              <a:r>
                <a:rPr lang="en-US" sz="1600" dirty="0"/>
                <a:t>Sample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A9DCA6-A3A4-05C1-2527-9DD67160666B}"/>
                </a:ext>
              </a:extLst>
            </p:cNvPr>
            <p:cNvSpPr txBox="1"/>
            <p:nvPr/>
          </p:nvSpPr>
          <p:spPr>
            <a:xfrm>
              <a:off x="1612900" y="1540744"/>
              <a:ext cx="1054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Virome</a:t>
              </a:r>
            </a:p>
            <a:p>
              <a:pPr algn="ctr"/>
              <a:r>
                <a:rPr lang="en-US" sz="1600" dirty="0"/>
                <a:t>prep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61E853-253D-970C-13B5-B56FC8B29E0F}"/>
                </a:ext>
              </a:extLst>
            </p:cNvPr>
            <p:cNvSpPr txBox="1"/>
            <p:nvPr/>
          </p:nvSpPr>
          <p:spPr>
            <a:xfrm>
              <a:off x="1528536" y="4559572"/>
              <a:ext cx="127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Total DNA</a:t>
              </a:r>
            </a:p>
            <a:p>
              <a:pPr algn="ctr"/>
              <a:r>
                <a:rPr lang="en-US" sz="1600" dirty="0"/>
                <a:t>Extraction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075E142-0703-32D1-4C34-C82391D239D0}"/>
                </a:ext>
              </a:extLst>
            </p:cNvPr>
            <p:cNvSpPr txBox="1"/>
            <p:nvPr/>
          </p:nvSpPr>
          <p:spPr>
            <a:xfrm>
              <a:off x="4063094" y="2417044"/>
              <a:ext cx="1127578" cy="584775"/>
            </a:xfrm>
            <a:prstGeom prst="rect">
              <a:avLst/>
            </a:prstGeom>
            <a:solidFill>
              <a:srgbClr val="56B4EA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Untreated</a:t>
              </a:r>
            </a:p>
            <a:p>
              <a:pPr algn="ctr"/>
              <a:r>
                <a:rPr lang="en-US" sz="1600" b="1" dirty="0"/>
                <a:t>Virome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AD093D-CEE4-9B87-02FA-EBA54F829FEF}"/>
                </a:ext>
              </a:extLst>
            </p:cNvPr>
            <p:cNvSpPr txBox="1"/>
            <p:nvPr/>
          </p:nvSpPr>
          <p:spPr>
            <a:xfrm>
              <a:off x="4060372" y="3254529"/>
              <a:ext cx="1127578" cy="830997"/>
            </a:xfrm>
            <a:prstGeom prst="rect">
              <a:avLst/>
            </a:prstGeom>
            <a:solidFill>
              <a:srgbClr val="0172B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DNase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Treated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Virome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F50DB9-FCFA-9748-48C2-D9EB2346AC5B}"/>
                </a:ext>
              </a:extLst>
            </p:cNvPr>
            <p:cNvSpPr txBox="1"/>
            <p:nvPr/>
          </p:nvSpPr>
          <p:spPr>
            <a:xfrm>
              <a:off x="4060372" y="4559572"/>
              <a:ext cx="1127578" cy="584775"/>
            </a:xfrm>
            <a:prstGeom prst="rect">
              <a:avLst/>
            </a:prstGeom>
            <a:solidFill>
              <a:srgbClr val="009E7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MDA</a:t>
              </a:r>
            </a:p>
            <a:p>
              <a:pPr algn="ctr"/>
              <a:r>
                <a:rPr lang="en-US" sz="1600" b="1" dirty="0"/>
                <a:t>Virome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4F308B0-F92B-9C6E-62BC-01315B2F8223}"/>
                </a:ext>
              </a:extLst>
            </p:cNvPr>
            <p:cNvSpPr txBox="1"/>
            <p:nvPr/>
          </p:nvSpPr>
          <p:spPr>
            <a:xfrm>
              <a:off x="4060372" y="5394173"/>
              <a:ext cx="1127578" cy="584775"/>
            </a:xfrm>
            <a:prstGeom prst="rect">
              <a:avLst/>
            </a:prstGeom>
            <a:solidFill>
              <a:srgbClr val="FF7F0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Meta</a:t>
              </a:r>
            </a:p>
            <a:p>
              <a:pPr algn="ctr"/>
              <a:r>
                <a:rPr lang="en-US" sz="1600" b="1" dirty="0"/>
                <a:t>genome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3BCA17-0EF6-4B0C-66F9-ADE6A47F5899}"/>
                </a:ext>
              </a:extLst>
            </p:cNvPr>
            <p:cNvSpPr txBox="1"/>
            <p:nvPr/>
          </p:nvSpPr>
          <p:spPr>
            <a:xfrm>
              <a:off x="965199" y="4030161"/>
              <a:ext cx="28139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Multiple Displacement</a:t>
              </a:r>
            </a:p>
            <a:p>
              <a:pPr algn="r"/>
              <a:r>
                <a:rPr lang="en-US" sz="1200" dirty="0"/>
                <a:t>Amplification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C67A5BA-B226-80A5-43BB-83BD93360C31}"/>
                </a:ext>
              </a:extLst>
            </p:cNvPr>
            <p:cNvSpPr txBox="1"/>
            <p:nvPr/>
          </p:nvSpPr>
          <p:spPr>
            <a:xfrm>
              <a:off x="1477736" y="3272870"/>
              <a:ext cx="28139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DNase Treatment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3209FA6-E9EA-EAEE-9F4C-B177AC82F6A5}"/>
              </a:ext>
            </a:extLst>
          </p:cNvPr>
          <p:cNvSpPr txBox="1"/>
          <p:nvPr/>
        </p:nvSpPr>
        <p:spPr>
          <a:xfrm>
            <a:off x="0" y="254142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0"/>
              </a:spcBef>
              <a:buNone/>
            </a:pPr>
            <a:r>
              <a:rPr lang="en-US" sz="3200" b="1" dirty="0"/>
              <a:t>Virome preparation method strongly influences interpretation of human gut viral communities</a:t>
            </a:r>
            <a:endParaRPr lang="en-GB" sz="3200" b="1" kern="0" dirty="0">
              <a:effectLst/>
              <a:latin typeface="Aptos" panose="020B00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7937629-BA9E-55DD-7D3A-52C33BA05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009" y="1420311"/>
            <a:ext cx="71882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162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c9c7e09c276bb46122223"/>
  <p:tag name="TRANSPARENTBACKGROUND" val="false"/>
  <p:tag name="DATEINSERTED" val="1758247884754"/>
  <p:tag name="VERSION" val="1758247876389"/>
  <p:tag name="BIOJSON" val="{&quot;id&quot;:&quot;11800ddd-03a3-4b33-9673-3e5bb79dc2f4&quot;,&quot;objects&quot;:{&quot;11800ddd-03a3-4b33-9673-3e5bb79dc2f4&quot;:{&quot;id&quot;:&quot;11800ddd-03a3-4b33-9673-3e5bb79dc2f4&quot;,&quot;type&quot;:&quot;FIGURE_OBJECT&quot;,&quot;document&quot;:{&quot;type&quot;:&quot;DOCUMENT_GROUP&quot;,&quot;canvasType&quot;:&quot;FIGURE&quot;,&quot;units&quot;:&quot;px&quot;}},&quot;0568b4ac-561d-4ca5-b346-8e20ad6ae7f2&quot;:{&quot;id&quot;:&quot;0568b4ac-561d-4ca5-b346-8e20ad6ae7f2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11800ddd-03a3-4b33-9673-3e5bb79dc2f4&quot;,&quot;type&quot;:&quot;FRAME&quot;,&quot;order&quot;:&quot;5&quot;}},&quot;1bd45f62-3c30-4d5c-ac84-711df5b07f9c&quot;:{&quot;id&quot;:&quot;1bd45f62-3c30-4d5c-ac84-711df5b07f9c&quot;,&quot;type&quot;:&quot;FIGURE_OBJECT&quot;,&quot;document&quot;:{&quot;type&quot;:&quot;FIGURE&quot;,&quot;canvasType&quot;:&quot;FIGURE&quot;,&quot;units&quot;:&quot;cm&quot;},&quot;parent&quot;:{&quot;parentId&quot;:&quot;11800ddd-03a3-4b33-9673-3e5bb79dc2f4&quot;,&quot;type&quot;:&quot;DOCUMENT&quot;,&quot;order&quot;:&quot;5&quot;}},&quot;91eb51c8-9974-4f1a-b048-900f2de44e84&quot;:{&quot;id&quot;:&quot;91eb51c8-9974-4f1a-b048-900f2de44e84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673.1338582677164,&quot;y&quot;:673.1338582677164}},&quot;pathStyles&quot;:[{&quot;type&quot;:&quot;FILL&quot;,&quot;fillStyle&quot;:&quot;rgba(0,0,0,0)&quot;}],&quot;parent&quot;:{&quot;type&quot;:&quot;FRAME&quot;,&quot;parentId&quot;:&quot;1bd45f62-3c30-4d5c-ac84-711df5b07f9c&quot;,&quot;order&quot;:&quot;5&quot;}},&quot;3bd5efaa-cd22-4223-8399-15caf980bee9&quot;:{&quot;id&quot;:&quot;3bd5efaa-cd22-4223-8399-15caf980bee9&quot;,&quot;type&quot;:&quot;FIGURE_OBJECT&quot;,&quot;guide&quot;:{&quot;type&quot;:&quot;GRID&quot;,&quot;distance&quot;:1,&quot;units&quot;:&quot;cm&quot;},&quot;parent&quot;:{&quot;parentId&quot;:&quot;11800ddd-03a3-4b33-9673-3e5bb79dc2f4&quot;,&quot;type&quot;:&quot;GUIDE&quot;,&quot;order&quot;:&quot;5&quot;}},&quot;37b0ebda-66e5-431d-960e-519c2ca72dec&quot;:{&quot;id&quot;:&quot;37b0ebda-66e5-431d-960e-519c2ca72dec&quot;,&quot;name&quot;:&quot;Stool&quot;,&quot;displayName&quot;:&quot;&quot;,&quot;type&quot;:&quot;FIGURE_OBJECT&quot;,&quot;relativeTransform&quot;:{&quot;translate&quot;:{&quot;x&quot;:-274.3860361046017,&quot;y&quot;:-238.74070349409584},&quot;rotate&quot;:0,&quot;skewX&quot;:0,&quot;scale&quot;:{&quot;x&quot;:1.0624456187249207,&quot;y&quot;:1.062445618724921}},&quot;image&quot;:{&quot;url&quot;:&quot;https://icons.cdn.biorender.com/biorender/5b648ae1dc55fe0014a26142/20180803170740/image/5b648ae1dc55fe0014a26142.png&quot;,&quot;isPremium&quot;:false,&quot;isOrgIcon&quot;:false,&quot;size&quot;:{&quot;x&quot;:100,&quot;y&quot;:123.42857142857142}},&quot;source&quot;:{&quot;id&quot;:&quot;5b648ae1dc55fe0014a26142&quot;,&quot;version&quot;:&quot;20180803170740&quot;,&quot;type&quot;:&quot;ASSETS&quot;},&quot;isPremium&quot;:false,&quot;parent&quot;:{&quot;type&quot;:&quot;CHILD&quot;,&quot;parentId&quot;:&quot;2ebcc005-633c-499f-ba66-2484ef75942f&quot;,&quot;order&quot;:&quot;05&quot;}},&quot;14278069-11bb-463f-a4d8-c6c3295002e1&quot;:{&quot;relativeTransform&quot;:{&quot;translate&quot;:{&quot;x&quot;:-37.46913438039388,&quot;y&quot;:138.1066896693313},&quot;rotate&quot;:0},&quot;type&quot;:&quot;FIGURE_OBJECT&quot;,&quot;id&quot;:&quot;14278069-11bb-463f-a4d8-c6c3295002e1&quot;,&quot;parent&quot;:{&quot;type&quot;:&quot;CHILD&quot;,&quot;parentId&quot;:&quot;2ebcc005-633c-499f-ba66-2484ef75942f&quot;,&quot;order&quot;:&quot;1&quot;},&quot;name&quot;:&quot;Falcon tube (50 mL, media, with cap)&quot;,&quot;displayName&quot;:&quot;Falcon tube (50 mL, media, with cap)&quot;,&quot;source&quot;:{&quot;id&quot;:&quot;63378bc9a2f20ef653281519&quot;,&quot;type&quot;:&quot;ASSETS&quot;},&quot;isPremium&quot;:true},&quot;60a8a4fc-2931-4d4d-8829-6fb1a47fc5b7&quot;:{&quot;id&quot;:&quot;60a8a4fc-2931-4d4d-8829-6fb1a47fc5b7&quot;,&quot;name&quot;:&quot;Screw cap 1&quot;,&quot;type&quot;:&quot;FIGURE_OBJECT&quot;,&quot;relativeTransform&quot;:{&quot;translate&quot;:{&quot;x&quot;:-69.55114328479509,&quot;y&quot;:29.695338600802177},&quot;rotate&quot;:0,&quot;skewX&quot;:0,&quot;scale&quot;:{&quot;x&quot;:1.1582205261834275,&quot;y&quot;:1.158220526183428}},&quot;image&quot;:{&quot;url&quot;:&quot;https://icons.biorender.com/biorender/5f0769b39d890700268f57af/20200709190333/image/screw-cap-1.png&quot;,&quot;fallbackUrl&quot;:&quot;https://res.cloudinary.com/dlcjuc3ej/image/upload/v1594321413/yim6f1jzzsm0kkdia3wg.svg#/keystone/api/icons/5f0769b39d890700268f57af/20200709190333/image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14278069-11bb-463f-a4d8-c6c3295002e1&quot;,&quot;order&quot;:&quot;5&quot;},&quot;opacity&quot;:1},&quot;0b567dc4-3a92-4566-9741-dcea55dc378c&quot;:{&quot;id&quot;:&quot;0b567dc4-3a92-4566-9741-dcea55dc378c&quot;,&quot;name&quot;:&quot;Falcon tube (50ml, media)&quot;,&quot;displayName&quot;:&quot;&quot;,&quot;type&quot;:&quot;FIGURE_OBJECT&quot;,&quot;relativeTransform&quot;:{&quot;translate&quot;:{&quot;x&quot;:-69.55136863759961,&quot;y&quot;:97.74139514122848},&quot;rotate&quot;:0,&quot;skewX&quot;:0,&quot;scale&quot;:{&quot;x&quot;:0.7171990447413218,&quot;y&quot;:0.7171990447413219}},&quot;image&quot;:{&quot;url&quot;:&quot;https://icons.biorender.com/biorender/63378adb26b97a00215421a5/20221001003524/image/falcon-tube-50-ml-media.png&quot;,&quot;fallbackUrl&quot;:&quot;https://res.cloudinary.com/dlcjuc3ej/image/upload/v1664584524/hplxknu4k1p6saji27qo.svg#/keystone/api/icons/63378adb26b97a00215421a5/20221001003524/image/falcon-tube-50-ml-media.svg&quot;,&quot;isPremium&quot;:false,&quot;size&quot;:{&quot;x&quot;:75,&quot;y&quot;:243.57142857142858}},&quot;source&quot;:{&quot;id&quot;:&quot;63378adb26b97a00215421a5&quot;,&quot;type&quot;:&quot;ASSETS&quot;},&quot;isPremium&quot;:false,&quot;parent&quot;:{&quot;type&quot;:&quot;CHILD&quot;,&quot;parentId&quot;:&quot;14278069-11bb-463f-a4d8-c6c3295002e1&quot;,&quot;order&quot;:&quot;2&quot;},&quot;opacity&quot;:1,&quot;styles&quot;:{&quot;tube&quot;:[{&quot;styleName&quot;:&quot;MONOCHROME_COLOR&quot;,&quot;index&quot;:0,&quot;color&quot;:&quot;#925A44&quot;}],&quot;liquid&quot;:[{&quot;styleName&quot;:&quot;MONOCHROME_COLOR&quot;,&quot;index&quot;:0,&quot;color&quot;:&quot;#925A44&quot;}],&quot;highlight-hidden&quot;:[{&quot;monochromeTargetColor&quot;:&quot;#925A44&quot;,&quot;styleName&quot;:&quot;FILL&quot;},{&quot;monochromeTargetColor&quot;:&quot;#925A44&quot;,&quot;styleName&quot;:&quot;STROKE&quot;,&quot;color&quot;:&quot;#fffffe&quot;}],&quot;labels-hidden&quot;:[{&quot;styleName&quot;:&quot;MONOCHROME_COLOR&quot;,&quot;index&quot;:0,&quot;color&quot;:&quot;#925A44&quot;}]}},&quot;67a19b7e-8eec-4ca1-acca-72bdd59fedf9&quot;:{&quot;relativeTransform&quot;:{&quot;translate&quot;:{&quot;x&quot;:-37.46913438039388,&quot;y&quot;:-335.5448851288572},&quot;rotate&quot;:0},&quot;type&quot;:&quot;FIGURE_OBJECT&quot;,&quot;id&quot;:&quot;67a19b7e-8eec-4ca1-acca-72bdd59fedf9&quot;,&quot;parent&quot;:{&quot;type&quot;:&quot;CHILD&quot;,&quot;parentId&quot;:&quot;2ebcc005-633c-499f-ba66-2484ef75942f&quot;,&quot;order&quot;:&quot;15&quot;},&quot;name&quot;:&quot;Falcon tube (50 mL, media, with cap)&quot;,&quot;displayName&quot;:&quot;Falcon tube (50 mL, media, with cap)&quot;,&quot;source&quot;:{&quot;id&quot;:&quot;63378bc9a2f20ef653281519&quot;,&quot;type&quot;:&quot;ASSETS&quot;},&quot;isPremium&quot;:true},&quot;3be71f9c-98f9-4a09-b9ce-8b80e0476738&quot;:{&quot;id&quot;:&quot;3be71f9c-98f9-4a09-b9ce-8b80e0476738&quot;,&quot;name&quot;:&quot;Screw cap 1&quot;,&quot;type&quot;:&quot;FIGURE_OBJECT&quot;,&quot;relativeTransform&quot;:{&quot;translate&quot;:{&quot;x&quot;:-69.55114328479509,&quot;y&quot;:29.695338600802177},&quot;rotate&quot;:0,&quot;skewX&quot;:0,&quot;scale&quot;:{&quot;x&quot;:1.1582205261834275,&quot;y&quot;:1.158220526183428}},&quot;image&quot;:{&quot;url&quot;:&quot;https://icons.biorender.com/biorender/5f0769b39d890700268f57af/20200709190333/image/screw-cap-1.png&quot;,&quot;fallbackUrl&quot;:&quot;https://res.cloudinary.com/dlcjuc3ej/image/upload/v1594321413/yim6f1jzzsm0kkdia3wg.svg#/keystone/api/icons/5f0769b39d890700268f57af/20200709190333/image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67a19b7e-8eec-4ca1-acca-72bdd59fedf9&quot;,&quot;order&quot;:&quot;5&quot;},&quot;opacity&quot;:1},&quot;e520d711-debe-4962-99da-aecdf9e33815&quot;:{&quot;id&quot;:&quot;e520d711-debe-4962-99da-aecdf9e33815&quot;,&quot;name&quot;:&quot;Falcon tube (50ml, media)&quot;,&quot;displayName&quot;:&quot;&quot;,&quot;type&quot;:&quot;FIGURE_OBJECT&quot;,&quot;relativeTransform&quot;:{&quot;translate&quot;:{&quot;x&quot;:-69.55136863759961,&quot;y&quot;:97.74139514122848},&quot;rotate&quot;:0,&quot;skewX&quot;:0,&quot;scale&quot;:{&quot;x&quot;:0.7171990447413218,&quot;y&quot;:0.7171990447413219}},&quot;image&quot;:{&quot;url&quot;:&quot;https://icons.biorender.com/biorender/63378adb26b97a00215421a5/20221001003524/image/falcon-tube-50-ml-media.png&quot;,&quot;fallbackUrl&quot;:&quot;https://res.cloudinary.com/dlcjuc3ej/image/upload/v1664584524/hplxknu4k1p6saji27qo.svg#/keystone/api/icons/63378adb26b97a00215421a5/20221001003524/image/falcon-tube-50-ml-media.svg&quot;,&quot;isPremium&quot;:false,&quot;size&quot;:{&quot;x&quot;:75,&quot;y&quot;:243.57142857142858}},&quot;source&quot;:{&quot;id&quot;:&quot;63378adb26b97a00215421a5&quot;,&quot;type&quot;:&quot;ASSETS&quot;},&quot;isPremium&quot;:false,&quot;parent&quot;:{&quot;type&quot;:&quot;CHILD&quot;,&quot;parentId&quot;:&quot;67a19b7e-8eec-4ca1-acca-72bdd59fedf9&quot;,&quot;order&quot;:&quot;2&quot;},&quot;opacity&quot;:1,&quot;styles&quot;:{&quot;tube&quot;:[{&quot;styleName&quot;:&quot;MONOCHROME_COLOR&quot;,&quot;index&quot;:0,&quot;color&quot;:&quot;#925A44&quot;}],&quot;liquid&quot;:[{&quot;styleName&quot;:&quot;MONOCHROME_COLOR&quot;,&quot;index&quot;:0,&quot;color&quot;:&quot;#925A44&quot;}],&quot;highlight-hidden&quot;:[{&quot;monochromeTargetColor&quot;:&quot;#925A44&quot;,&quot;styleName&quot;:&quot;FILL&quot;},{&quot;monochromeTargetColor&quot;:&quot;#925A44&quot;,&quot;styleName&quot;:&quot;STROKE&quot;,&quot;color&quot;:&quot;#fffffe&quot;}],&quot;labels-hidden&quot;:[{&quot;styleName&quot;:&quot;MONOCHROME_COLOR&quot;,&quot;index&quot;:0,&quot;color&quot;:&quot;#925A44&quot;}]}},&quot;aa202069-408c-4ed8-b2a6-0580ba24f19f&quot;:{&quot;id&quot;:&quot;aa202069-408c-4ed8-b2a6-0580ba24f19f&quot;,&quot;name&quot;:&quot;Screw cap eppendorf tube (1/2 liquid)&quot;,&quot;displayName&quot;:&quot;&quot;,&quot;type&quot;:&quot;FIGURE_OBJECT&quot;,&quot;relativeTransform&quot;:{&quot;translate&quot;:{&quot;x&quot;:159.52996406961933,&quot;y&quot;:-91.35005830726789},&quot;rotate&quot;:0,&quot;skewX&quot;:0,&quot;scale&quot;:{&quot;x&quot;:1.0624456187249207,&quot;y&quot;:1.062445618724921}},&quot;image&quot;:{&quot;url&quot;:&quot;https://icons.cdn.biorender.com/biorender/5ecd857f9a08e300280ca277/5ecd84e99a08e300280ca26e.png&quot;,&quot;isPremium&quot;:false,&quot;isOrgIcon&quot;:false,&quot;size&quot;:{&quot;x&quot;:50,&quot;y&quot;:123.88059701492539},&quot;fallbackUrl&quot;:&quot;sources/icons/5ecd857f9a08e300280ca277/5ecd84e99a08e300280ca26e.svg&quot;},&quot;source&quot;:{&quot;id&quot;:&quot;5ecd84e99a08e300280ca26e&quot;,&quot;version&quot;:&quot;20200526210909&quot;,&quot;type&quot;:&quot;ASSETS&quot;},&quot;isPremium&quot;:false,&quot;parent&quot;:{&quot;type&quot;:&quot;CHILD&quot;,&quot;parentId&quot;:&quot;2ebcc005-633c-499f-ba66-2484ef75942f&quot;,&quot;order&quot;:&quot;2&quot;}},&quot;238c8f8d-7016-4bac-ad27-00fbb6c702f4&quot;:{&quot;id&quot;:&quot;238c8f8d-7016-4bac-ad27-00fbb6c702f4&quot;,&quot;name&quot;:&quot;Screw cap eppendorf tube (1/2 liquid)&quot;,&quot;displayName&quot;:&quot;&quot;,&quot;type&quot;:&quot;FIGURE_OBJECT&quot;,&quot;relativeTransform&quot;:{&quot;translate&quot;:{&quot;x&quot;:159.52996406961933,&quot;y&quot;:103.29466071252631},&quot;rotate&quot;:0,&quot;skewX&quot;:0,&quot;scale&quot;:{&quot;x&quot;:1.0624456187249207,&quot;y&quot;:1.062445618724921}},&quot;image&quot;:{&quot;url&quot;:&quot;https://icons.cdn.biorender.com/biorender/5ecd857f9a08e300280ca272/5ecd84e99a08e300280ca26e.png&quot;,&quot;isPremium&quot;:false,&quot;isOrgIcon&quot;:false,&quot;size&quot;:{&quot;x&quot;:50,&quot;y&quot;:123.88059701492539},&quot;fallbackUrl&quot;:&quot;sources/icons/5ecd857f9a08e300280ca272/5ecd84e99a08e300280ca26e.svg&quot;},&quot;source&quot;:{&quot;id&quot;:&quot;5ecd84e99a08e300280ca26e&quot;,&quot;version&quot;:&quot;20200526210909&quot;,&quot;type&quot;:&quot;ASSETS&quot;},&quot;isPremium&quot;:false,&quot;parent&quot;:{&quot;type&quot;:&quot;CHILD&quot;,&quot;parentId&quot;:&quot;2ebcc005-633c-499f-ba66-2484ef75942f&quot;,&quot;order&quot;:&quot;25&quot;}},&quot;a48a9790-024c-4f1e-ba31-ec5a147e76df&quot;:{&quot;id&quot;:&quot;a48a9790-024c-4f1e-ba31-ec5a147e76df&quot;,&quot;name&quot;:&quot;Screw cap eppendorf tube (1/2 liquid)&quot;,&quot;displayName&quot;:&quot;&quot;,&quot;type&quot;:&quot;FIGURE_OBJECT&quot;,&quot;relativeTransform&quot;:{&quot;translate&quot;:{&quot;x&quot;:159.52996406961933,&quot;y&quot;:234.91170177601242},&quot;rotate&quot;:0,&quot;skewX&quot;:0,&quot;scale&quot;:{&quot;x&quot;:1.0624456187249207,&quot;y&quot;:1.062445618724921}},&quot;image&quot;:{&quot;url&quot;:&quot;https://icons.cdn.biorender.com/biorender/5ecd857f9a08e300280ca27c/5ecd84e99a08e300280ca26e.png&quot;,&quot;isPremium&quot;:false,&quot;isOrgIcon&quot;:false,&quot;size&quot;:{&quot;x&quot;:50,&quot;y&quot;:123.88059701492539},&quot;fallbackUrl&quot;:&quot;sources/icons/5ecd857f9a08e300280ca27c/5ecd84e99a08e300280ca26e.svg&quot;},&quot;source&quot;:{&quot;id&quot;:&quot;5ecd84e99a08e300280ca26e&quot;,&quot;version&quot;:&quot;20200526210909&quot;,&quot;type&quot;:&quot;ASSETS&quot;},&quot;isPremium&quot;:false,&quot;parent&quot;:{&quot;type&quot;:&quot;CHILD&quot;,&quot;parentId&quot;:&quot;2ebcc005-633c-499f-ba66-2484ef75942f&quot;,&quot;order&quot;:&quot;3&quot;}},&quot;cd23e614-98c9-469b-9c81-8c0ecff7d00f&quot;:{&quot;id&quot;:&quot;cd23e614-98c9-469b-9c81-8c0ecff7d00f&quot;,&quot;name&quot;:&quot;Screw cap eppendorf tube (1/2 liquid)&quot;,&quot;displayName&quot;:&quot;&quot;,&quot;type&quot;:&quot;FIGURE_OBJECT&quot;,&quot;relativeTransform&quot;:{&quot;translate&quot;:{&quot;x&quot;:159.52996406961933,&quot;y&quot;:-238.5008231665497},&quot;rotate&quot;:0,&quot;skewX&quot;:0,&quot;scale&quot;:{&quot;x&quot;:1.0624456187249207,&quot;y&quot;:1.062445618724921}},&quot;image&quot;:{&quot;url&quot;:&quot;https://icons.cdn.biorender.com/biorender/5ecd84e99a08e300280ca26e/20200526210909/image/5ecd84e99a08e300280ca26e.png&quot;,&quot;isPremium&quot;:false,&quot;isOrgIcon&quot;:false,&quot;size&quot;:{&quot;x&quot;:50,&quot;y&quot;:123.88059701492539},&quot;fallbackUrl&quot;:&quot;sources/icons/5ecd84e99a08e300280ca26e/20200526210909/image/5ecd84e99a08e300280ca26e.svg&quot;},&quot;source&quot;:{&quot;id&quot;:&quot;5ecd84e99a08e300280ca26e&quot;,&quot;version&quot;:&quot;20200526210909&quot;,&quot;type&quot;:&quot;ASSETS&quot;},&quot;isPremium&quot;:false,&quot;parent&quot;:{&quot;type&quot;:&quot;CHILD&quot;,&quot;parentId&quot;:&quot;2ebcc005-633c-499f-ba66-2484ef75942f&quot;,&quot;order&quot;:&quot;5&quot;}},&quot;1430d6ce-af16-4536-ac57-9eae613287b6&quot;:{&quot;type&quot;:&quot;FIGURE_OBJECT&quot;,&quot;id&quot;:&quot;1430d6ce-af16-4536-ac57-9eae613287b6&quot;,&quot;relativeTransform&quot;:{&quot;translate&quot;:{&quot;x&quot;:505.2059705450317,&quot;y&quot;:-2.0343306641418053},&quot;rotate&quot;:0},&quot;opacity&quot;:1,&quot;path&quot;:{&quot;type&quot;:&quot;POLY_LINE&quot;,&quot;points&quot;:[{&quot;x&quot;:-726.4697257133873,&quot;y&quot;:-236.70637282995406},{&quot;x&quot;:-641.1817613648063,&quot;y&quot;:-236.70577514890658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55&quot;},&quot;connectorInfo&quot;:{&quot;type&quot;:&quot;LINE&quot;,&quot;offset&quot;:{&quot;x&quot;:0,&quot;y&quot;:0},&quot;bending&quot;:0.1,&quot;customized&quot;:false,&quot;connectedObjectAtLineStart&quot;:{&quot;objectId&quot;:&quot;37b0ebda-66e5-431d-960e-519c2ca72dec&quot;,&quot;coordinates&quot;:{&quot;x&quot;:1,&quot;y&quot;:0.5}},&quot;connectedObjectAtLineEnd&quot;:{&quot;objectId&quot;:&quot;67a19b7e-8eec-4ca1-acca-72bdd59fedf9&quot;,&quot;coordinates&quot;:{&quot;x&quot;:0,&quot;y&quot;:0.5}}}},&quot;c5a8126f-59ab-4def-9e73-5efb6ba89cc5&quot;:{&quot;type&quot;:&quot;FIGURE_OBJECT&quot;,&quot;id&quot;:&quot;c5a8126f-59ab-4def-9e73-5efb6ba89cc5&quot;,&quot;relativeTransform&quot;:{&quot;translate&quot;:{&quot;x&quot;:505.2059705450317,&quot;y&quot;:-2.0343306641418053},&quot;rotate&quot;:0},&quot;opacity&quot;:1,&quot;path&quot;:{&quot;type&quot;:&quot;POLY_LINE&quot;,&quot;points&quot;:[{&quot;x&quot;:-779.5920066496334,&quot;y&quot;:-171.13830036007323},{&quot;x&quot;:-779.5920066496334,&quot;y&quot;:32.783510145522676},{&quot;x&quot;:-779.5920066496334,&quot;y&quot;:236.70532065111865},{&quot;x&quot;:-641.1817613648063,&quot;y&quot;:236.94579964928192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6&quot;},&quot;connectorInfo&quot;:{&quot;type&quot;:&quot;ELBOW&quot;,&quot;offset&quot;:{&quot;x&quot;:0,&quot;y&quot;:0},&quot;bending&quot;:0.1,&quot;customized&quot;:true,&quot;connectedObjectAtLineStart&quot;:{&quot;objectId&quot;:&quot;37b0ebda-66e5-431d-960e-519c2ca72dec&quot;,&quot;coordinates&quot;:{&quot;x&quot;:0.5,&quot;y&quot;:1}},&quot;connectedObjectAtLineEnd&quot;:{&quot;objectId&quot;:&quot;14278069-11bb-463f-a4d8-c6c3295002e1&quot;,&quot;coordinates&quot;:{&quot;x&quot;:0,&quot;y&quot;:0.5}}}},&quot;af78e7b4-1e8a-4293-ae77-a92bd7033f23&quot;:{&quot;type&quot;:&quot;FIGURE_OBJECT&quot;,&quot;id&quot;:&quot;af78e7b4-1e8a-4293-ae77-a92bd7033f23&quot;,&quot;relativeTransform&quot;:{&quot;translate&quot;:{&quot;x&quot;:159.5292131817831,&quot;y&quot;:-12.453338079436918},&quot;rotate&quot;:0},&quot;opacity&quot;:1,&quot;path&quot;:{&quot;type&quot;:&quot;POLY_LINE&quot;,&quot;points&quot;:[{&quot;x&quot;:-236.70412923950613,&quot;y&quot;:247.36503985544937},{&quot;x&quot;:-26.5603895802868,&quot;y&quot;:247.36503985544937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65&quot;},&quot;connectorInfo&quot;:{&quot;type&quot;:&quot;LINE&quot;,&quot;offset&quot;:{&quot;x&quot;:0,&quot;y&quot;:0},&quot;bending&quot;:0.1,&quot;customized&quot;:false}},&quot;1d9fdebc-74b5-4188-856f-e9c6c750a55e&quot;:{&quot;type&quot;:&quot;FIGURE_OBJECT&quot;,&quot;id&quot;:&quot;1d9fdebc-74b5-4188-856f-e9c6c750a55e&quot;,&quot;relativeTransform&quot;:{&quot;translate&quot;:{&quot;x&quot;:505.2059705450317,&quot;y&quot;:-2.0343306641418053},&quot;rotate&quot;:0},&quot;opacity&quot;:1,&quot;path&quot;:{&quot;type&quot;:&quot;POLY_LINE&quot;,&quot;points&quot;:[{&quot;x&quot;:-583.270735055635,&quot;y&quot;:-236.70577514890658},{&quot;x&quot;:-372.2371469435354,&quot;y&quot;:-236.46649250240793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7&quot;},&quot;connectorInfo&quot;:{&quot;connectedObjectAtLineEnd&quot;:{&quot;objectId&quot;:&quot;cd23e614-98c9-469b-9c81-8c0ecff7d00f&quot;,&quot;coordinates&quot;:{&quot;x&quot;:0,&quot;y&quot;:0.5}},&quot;type&quot;:&quot;LINE&quot;,&quot;offset&quot;:{&quot;x&quot;:0,&quot;y&quot;:0},&quot;bending&quot;:0.1,&quot;customized&quot;:false,&quot;connectedObjectAtLineStart&quot;:{&quot;objectId&quot;:&quot;67a19b7e-8eec-4ca1-acca-72bdd59fedf9&quot;,&quot;coordinates&quot;:{&quot;x&quot;:1,&quot;y&quot;:0.5}}}},&quot;0f4cb0cc-74c9-4617-a093-da265ca68851&quot;:{&quot;type&quot;:&quot;FIGURE_OBJECT&quot;,&quot;id&quot;:&quot;0f4cb0cc-74c9-4617-a093-da265ca6885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-107.02027766518897,&quot;y&quot;:-150.45889203877482},{&quot;x&quot;:-107.02027766518898,&quot;y&quot;:-91.54816283865416},{&quot;x&quot;:132.3405000872783,&quot;y&quot;:-91.54816283865412}],&quot;closed&quot;:false},&quot;pathStyles&quot;:[{&quot;type&quot;:&quot;FILL&quot;,&quot;fillStyle&quot;:&quot;rgba(0,0,0,0)&quot;},{&quot;type&quot;:&quot;STROKE&quot;,&quot;strokeStyle&quot;:&quot;rgba(70,69,70,1)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75&quot;},&quot;connectorInfo&quot;:{&quot;type&quot;:&quot;ELBOW&quot;,&quot;offset&quot;:{&quot;x&quot;:0,&quot;y&quot;:0},&quot;bending&quot;:0.1,&quot;customized&quot;:false,&quot;connectedObjectAtLineStart&quot;:{&quot;objectId&quot;:&quot;67a19b7e-8eec-4ca1-acca-72bdd59fedf9&quot;,&quot;coordinates&quot;:{&quot;x&quot;:0.5,&quot;y&quot;:1}}}},&quot;fe80fb24-8827-488f-a216-51d8e29fd6de&quot;:{&quot;type&quot;:&quot;FIGURE_OBJECT&quot;,&quot;id&quot;:&quot;fe80fb24-8827-488f-a216-51d8e29fd6de&quot;,&quot;relativeTransform&quot;:{&quot;translate&quot;:{&quot;x&quot;:160.76520273512193,&quot;y&quot;:9.174153065661585},&quot;rotate&quot;:0},&quot;opacity&quot;:1,&quot;path&quot;:{&quot;type&quot;:&quot;POLY_LINE&quot;,&quot;points&quot;:[{&quot;x&quot;:0,&quot;y&quot;:-33.98605751372616},{&quot;x&quot;:0,&quot;y&quot;:33.98605751372616}],&quot;closed&quot;:false},&quot;pathStyles&quot;:[{&quot;type&quot;:&quot;FILL&quot;,&quot;fillStyle&quot;:&quot;rgba(0,0,0,0)&quot;},{&quot;type&quot;:&quot;STROKE&quot;,&quot;strokeStyle&quot;:&quot;#232323&quot;,&quot;lineWidth&quot;:24.436249230673173,&quot;lineJoin&quot;:&quot;round&quot;}],&quot;pathMarkers&quot;:{&quot;markerEnd&quot;:{&quot;type&quot;:&quot;PATH&quot;,&quot;units&quot;:{&quot;type&quot;:&quot;STROKE_WIDTH&quot;,&quot;scale&quot;:0.30000000000000004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ebcc005-633c-499f-ba66-2484ef75942f&quot;,&quot;order&quot;:&quot;8&quot;},&quot;connectorInfo&quot;:{&quot;type&quot;:&quot;LINE&quot;,&quot;offset&quot;:{&quot;x&quot;:0,&quot;y&quot;:0},&quot;bending&quot;:0.1,&quot;customized&quot;:false}},&quot;2ebcc005-633c-499f-ba66-2484ef75942f&quot;:{&quot;type&quot;:&quot;FIGURE_OBJECT&quot;,&quot;id&quot;:&quot;2ebcc005-633c-499f-ba66-2484ef75942f&quot;,&quot;parent&quot;:{&quot;type&quot;:&quot;CHILD&quot;,&quot;parentId&quot;:&quot;1bd45f62-3c30-4d5c-ac84-711df5b07f9c&quot;,&quot;order&quot;:&quot;9999&quot;},&quot;relativeTransform&quot;:{&quot;translate&quot;:{&quot;x&quot;:70.709,&quot;y&quot;:1.914},&quot;rotate&quot;:0,&quot;skewX&quot;:0,&quot;scale&quot;:{&quot;x&quot;:1,&quot;y&quot;:1}}}}}"/>
  <p:tag name="TITLE" val="FecalViromesGA"/>
  <p:tag name="CREATORNAME" val="Luke Hillar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9DD3DD-FC26-9A47-B2D1-3C919E15524D}">
  <we:reference id="wa200006038" version="1.0.0.4" store="en-US" storeType="OMEX"/>
  <we:alternateReferences>
    <we:reference id="wa200006038" version="1.0.0.4" store="" storeType="OMEX"/>
  </we:alternateReferences>
  <we:properties>
    <we:property name="pptx_export_from_biorender" value="false"/>
    <we:property name="has-user-completed-add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32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Hillary</dc:creator>
  <cp:lastModifiedBy>Luke Hillary</cp:lastModifiedBy>
  <cp:revision>2</cp:revision>
  <dcterms:created xsi:type="dcterms:W3CDTF">2025-09-18T23:56:50Z</dcterms:created>
  <dcterms:modified xsi:type="dcterms:W3CDTF">2025-10-30T17:49:11Z</dcterms:modified>
</cp:coreProperties>
</file>